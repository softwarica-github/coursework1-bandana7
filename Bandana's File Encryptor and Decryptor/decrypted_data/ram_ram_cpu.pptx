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9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4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0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9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6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7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9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4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2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4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8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80123-6822-4A46-8766-1132043EB131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A067A-A304-4E1A-8AF8-07EFDEE2A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8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CPU VULNERABILITY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weaknesses or flaws present in the design or implementation of a central processing unit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864" y="1478424"/>
            <a:ext cx="6258035" cy="3138888"/>
          </a:xfrm>
        </p:spPr>
      </p:pic>
    </p:spTree>
    <p:extLst>
      <p:ext uri="{BB962C8B-B14F-4D97-AF65-F5344CB8AC3E}">
        <p14:creationId xmlns:p14="http://schemas.microsoft.com/office/powerpoint/2010/main" val="416455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of the CPU Vulnerability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Meltdown and </a:t>
            </a:r>
            <a:r>
              <a:rPr lang="en-US" b="1" dirty="0" err="1" smtClean="0"/>
              <a:t>Spectre</a:t>
            </a:r>
            <a:endParaRPr lang="en-US" b="1" dirty="0" smtClean="0"/>
          </a:p>
          <a:p>
            <a:r>
              <a:rPr lang="en-US" b="1" dirty="0" err="1" smtClean="0"/>
              <a:t>ZombieLoad</a:t>
            </a:r>
            <a:endParaRPr lang="en-US" b="1" dirty="0" smtClean="0"/>
          </a:p>
          <a:p>
            <a:r>
              <a:rPr lang="en-US" b="1" dirty="0"/>
              <a:t>RIDL and </a:t>
            </a:r>
            <a:r>
              <a:rPr lang="en-US" b="1" dirty="0" smtClean="0"/>
              <a:t>Fallout</a:t>
            </a:r>
          </a:p>
          <a:p>
            <a:r>
              <a:rPr lang="en-US" b="1" dirty="0" err="1" smtClean="0"/>
              <a:t>SWAPGSAttack</a:t>
            </a:r>
            <a:endParaRPr lang="en-US" b="1" dirty="0" smtClean="0"/>
          </a:p>
          <a:p>
            <a:r>
              <a:rPr lang="en-US" b="1" dirty="0" smtClean="0"/>
              <a:t>Downfall Attack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Downfall Attack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872" y="1686910"/>
            <a:ext cx="5727650" cy="337382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Affects </a:t>
            </a:r>
            <a:r>
              <a:rPr lang="en-US" dirty="0"/>
              <a:t>multiple Intel microprocessor families from </a:t>
            </a:r>
            <a:r>
              <a:rPr lang="en-US" dirty="0" err="1"/>
              <a:t>Skylake</a:t>
            </a:r>
            <a:r>
              <a:rPr lang="en-US" dirty="0"/>
              <a:t> through Ice Lake, enabling attackers to steal sensitive data, including passwords, encryption keys, and private user data.</a:t>
            </a:r>
          </a:p>
        </p:txBody>
      </p:sp>
    </p:spTree>
    <p:extLst>
      <p:ext uri="{BB962C8B-B14F-4D97-AF65-F5344CB8AC3E}">
        <p14:creationId xmlns:p14="http://schemas.microsoft.com/office/powerpoint/2010/main" val="2221919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CPU VULNERABILITY</vt:lpstr>
      <vt:lpstr>Some of the CPU Vulnerability </vt:lpstr>
      <vt:lpstr>Downfall Attack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VULNERABILITY</dc:title>
  <dc:creator>User</dc:creator>
  <cp:lastModifiedBy>User</cp:lastModifiedBy>
  <cp:revision>2</cp:revision>
  <dcterms:created xsi:type="dcterms:W3CDTF">2023-12-04T15:05:37Z</dcterms:created>
  <dcterms:modified xsi:type="dcterms:W3CDTF">2023-12-04T15:17:31Z</dcterms:modified>
</cp:coreProperties>
</file>